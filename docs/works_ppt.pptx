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B8A9FF"/>
                </a:solidFill>
              </a:defRPr>
            </a:pPr>
            <a:r>
              <a:t>职慧Agent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基于AI的职业教育岗位技能智能体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C8"/>
                </a:solidFill>
              </a:defRPr>
            </a:pPr>
            <a:r>
              <a:t>XA-202603 | 科大讯飞 | 挑战杯揭榜挂帅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C8"/>
                </a:solidFill>
              </a:defRPr>
            </a:pPr>
            <a:r>
              <a:t>专业群：软件技术 | 岗位：前端开发工程师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C8"/>
                </a:solidFill>
              </a:defRPr>
            </a:pPr>
            <a:r>
              <a:t>团队：__________ | 学校：__________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痛点分析：职业教育面临三大难题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6FFF"/>
                </a:solidFill>
              </a:defRPr>
            </a:pPr>
            <a:r>
              <a:t>数据孤岛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专业群数据分散在不同系统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岗位需求与课程设置脱节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企业用人标准与教学内容不匹配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6FFF"/>
                </a:solidFill>
              </a:defRPr>
            </a:pPr>
            <a:r>
              <a:t>岗课脱节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学生不知道该学什么技能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课程内容滞后于行业需求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缺乏岗位能力全景视角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6FFF"/>
                </a:solidFill>
              </a:defRPr>
            </a:pPr>
            <a:r>
              <a:t>能力成长不可视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学习进度难以量化追踪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无法诊断自身与岗位的差距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缺少个性化学习路径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A7"/>
                </a:solidFill>
              </a:defRPr>
            </a:pPr>
            <a:r>
              <a:t>用户心声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"我不知道前端要学哪些技能"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"学了半天不知道学会了没"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"毕业了发现学的和企业要的不一样"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解决方案：职慧Agent — AI驱动的岗位技能智能体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覆盖赛题4大核心方向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1. 岗位能力图谱生成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 产业链 → 岗位群 → 能力项 → 知识点/技能点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 AI自动生成可视化能力图谱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2. 个性化自适应学习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 学情诊断 → 差距分析 → 学习路径推荐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 千生千面，因材施教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774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3. 岗位典型工作任务转化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 典型工作任务 → 学习型任务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 以岗定教，任务驱动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4. 新岗位发现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 基于技术趋势发现新兴岗位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 前瞻性人才培养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E6A7"/>
                </a:solidFill>
              </a:defRPr>
            </a:pPr>
            <a:r>
              <a:t>Demo: https://zhihui-agent.onrender.com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功能1：岗位能力图谱生成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功能说明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输入：专业群 + 岗位名称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输出：结构化能力图谱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* 核心能力 8项（基础/进阶/高级）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* 专业技能 10项（含工具+熟练度）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* 工具技能 6项（含重要性分级）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* 软技能 5项（含应用场景）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可视化：6维雷达图 + 技能树 + 知识点列表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关联岗位推荐 + 成长路径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技术实现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AI: 智谱GLM-4-flash生成图谱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Fallback: 预置专家数据兜底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知识库: 50+条标注来源知识点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图谱持久化: JSON存储+历史记录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交互: 知识点搜索+技能分类过滤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6FFF"/>
                </a:solidFill>
              </a:defRPr>
            </a:pPr>
            <a:r>
              <a:t>赛题对应：挖掘岗位能力生成岗位能力图谱 — 产业链→岗位群→能力项→知识点/技能点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功能2：个性化自适应学习路径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功能说明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学情诊断：用户输入已掌握技能+项目经验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差距分析：4维度gap评估（核心/专业/工具/软技能）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匹配度评分：0-100分可视化环形图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学习路径：分阶段任务+知识点+实践项目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成长轨迹：预测性曲线图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自适应：根据学习周期(4-24周)动态调整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闭环流程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1. 接收输入（技能画像）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2. 调用知识库/规则库（岗位能力标准）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3. 逻辑处理（差距计算+路径生成）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4. 生成结果（诊断+路径+轨迹）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5. 清晰反馈（可视化图表+文字）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实现「千生千面」个性化学习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6FFF"/>
                </a:solidFill>
              </a:defRPr>
            </a:pPr>
            <a:r>
              <a:t>赛题对应：个性化自适应学习 — 依据学情诊断推荐个性化学习路径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功能3：新岗位发现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基于技术趋势，AI发现并定义新兴岗位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输入：技术趋势关键词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如：AI大模型、低代码、Web3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输出：新兴岗位完整画像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* 岗位名称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* 核心职责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* 必备技能 + 加分技能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* 应用场景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* 为什么是新兴岗位（原因分析）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创新价值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前瞻性：帮助学生提前布局新兴领域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动态性：随技术趋势实时更新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桥梁作用：连接产业需求与人才培养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与能力图谱联动：发现新岗→生成图谱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功能4：多轮智能问答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赛题要求：2-3轮追问支持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支持多轮对话（2-3轮追问）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模糊提问澄清：用户可以模糊描述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口语化回复+可视化建议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上下文感知：记住前几轮对话内容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快捷问题：一键提问高频问题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Fallback：AI不可用时预置知识库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示例对话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Q: 前端开发需要掌握哪些核心技能？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A: 核心技能包括HTML5/CSS3/JavaScript...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Q: Vue3和React哪个更适合初学者？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A: 如果是初学者，建议从Vue3开始...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Q: 那学完Vue3接下来学什么？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A: 建议接着学TypeScript和工程化工具...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6FFF"/>
                </a:solidFill>
              </a:defRPr>
            </a:pPr>
            <a:r>
              <a:t>赛题对应：交互友好性 — 支持模糊提问澄清、2-3轮追问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6FFF"/>
                </a:solidFill>
              </a:defRPr>
            </a:pPr>
            <a:r>
              <a:t>前端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原生HTML5/CSS3/JavaScript SPA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Canvas雷达图 + 成长轨迹图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HiDPI适配 + 响应式设计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暗色主题 + 动画交互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6FFF"/>
                </a:solidFill>
              </a:defRPr>
            </a:pPr>
            <a:r>
              <a:t>后端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FastAPI异步框架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- 4个Agent模块（图谱/路径/新岗/问答）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AI: 智谱GLM-4-flash + fallback双保险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结构化JSON知识库（50+条标注来源）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6FFF"/>
                </a:solidFill>
              </a:defRPr>
            </a:pPr>
            <a:r>
              <a:t>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Render云平台部署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健康检查 + 自动保活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零成本运行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A7"/>
                </a:solidFill>
              </a:defRPr>
            </a:pPr>
            <a:r>
              <a:t>AI双保险机制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AI调用（10s超时）→ 成功则返回AI生成结果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AI超时/失败 → 自动切换预置专家数据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保证用户始终能获得完整结果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返回warning字段标识数据来源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知识库与专业性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50+条标注来源的专业领域知识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知识来源类型：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W3C/WHATWG国际标准（HTML5/DOM）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MDN Web Docs权威文档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官方技术文档（Vue/React/Vite等）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国家职业技能标准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RFC国际标准（HTTP/WebSocket）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权威教材与行业指南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知识分类：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基础层(20%)：HTML/CSS/JS核心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核心层(40%)：框架/工程化/网络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拓展层(40%)：性能/安全/架构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示例知识点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K001 HTML5语义化标签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  来源: W3C HTML5规范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  https://html.spec.whatwg.org/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K005 JavaScript异步编程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  来源: MDN异步JavaScript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  https://developer.mozilla.org/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K022 前端安全(XSS/CSRF)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  来源: OWASP安全指南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  https://owasp.org/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K009 组件化开发思想</a:t>
            </a:r>
          </a:p>
          <a:p>
            <a:pPr>
              <a:spcAft>
                <a:spcPts val="800"/>
              </a:spcAft>
              <a:defRPr sz="1400">
                <a:solidFill>
                  <a:srgbClr val="A0A0C8"/>
                </a:solidFill>
              </a:defRPr>
            </a:pPr>
            <a:r>
              <a:t>  来源: Web前端开发职业技能等级标准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创新点1：AI驱动的能力图谱自动生成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vs 传统：人工梳理耗时数周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vs 本项目：AI秒级生成，支持任意岗位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创新点2：学情诊断→路径推荐闭环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接收输入→知识库比对→差距计算→路径生成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实现千生千面个性化学习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创新点3：新岗位发现（前瞻性）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不是被动跟随，而是主动发现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基于技术趋势预判人才需求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创新点4：AI+fallback双保险架构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海外部署AI可能超时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预置专家数据兜底，保证可用性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warning字段标识来源，符合伦理要求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用户验证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已邀请2-3名软件技术专业在校生试用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试用者1：XX / 软件技术专业大二学生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使用功能：能力图谱 + 学习路径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评价：能清晰看到前端岗位需要哪些能力，学习路径分阶段很实用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建议：希望增加更多岗位选择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试用者2：XX / 软件技术专业大三学生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使用功能：智能问答 + 新岗发现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评价：问答功能回答专业，新岗发现很有前瞻性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  建议：回答速度可以更快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(试用反馈收集后替换此处内容)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发展规划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短期（3个月）：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覆盖8个专业群、50+岗位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知识库扩展至200条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接入更多AI模型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移动端适配优化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中长期（6-12个月）：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对接学校教务系统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学习进度追踪+证书推荐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企业岗位数据实时接入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- 构建职教能力图谱开放生态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A9FF"/>
                </a:solidFill>
              </a:defRPr>
            </a:pPr>
            <a:r>
              <a:t>团队介绍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团队名称：__________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负责人：__________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成员：__________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指导教师：__________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学校：__________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致谢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感谢科大讯飞提供赛题方向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感谢智谱AI提供GLM-4-flash API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感谢指导老师的悉心指导</a:t>
            </a:r>
          </a:p>
          <a:p>
            <a:pPr>
              <a:spcAft>
                <a:spcPts val="800"/>
              </a:spcAft>
              <a:defRPr sz="1600">
                <a:solidFill>
                  <a:srgbClr val="A0A0C8"/>
                </a:solidFill>
              </a:defRPr>
            </a:pPr>
            <a:r>
              <a:t>感谢所有试用用户的宝贵反馈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6FFF"/>
                </a:solidFill>
              </a:defRPr>
            </a:pPr>
            <a:r>
              <a:t>职慧Agent | https://zhihui-agent.onrender.com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